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88952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8BDF8"/>
                </a:solidFill>
              </a:rPr>
              <a:t>🌾 AgriShield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</a:rPr>
              <a:t>Pest &amp; Disease Detection and Crop Health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Complete Data Analytics Project | Day 1 – Day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Domain: Agriculture &amp; AgriTech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7432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Technology: Power BI | Python | Excel | DAX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DE80"/>
                </a:solidFill>
              </a:rPr>
              <a:t>ETL &amp; Preprocessing  →  Exploratory Data Analysis  →  Farmer RFM Segmentation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Generated: June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</a:rPr>
              <a:t>📌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</a:rPr>
              <a:t>📊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8686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600-row synthetic AgriTech dataset with 30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19"/>
            <a:ext cx="114300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</a:rPr>
              <a:t>🌾 Crops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373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10 crop types: Wheat, Rice, Maize, Soybean, Cotton + more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114300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</a:rPr>
              <a:t>👨‍🌾 Farmers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6060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50 unique farmers across 10 Indian states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83279"/>
            <a:ext cx="114300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</a:rPr>
              <a:t>📅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4747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January 2023 – December 2024 (2-year span)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51959"/>
            <a:ext cx="114300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34339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</a:rPr>
              <a:t>🎯 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34339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Detect pest/disease patterns, monitor crop health, segment farmers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120640"/>
            <a:ext cx="114300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21207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</a:rPr>
              <a:t>🛠️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21207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Python, Pandas, Matplotlib, Seaborn, Power BI, DAX, OpenPyXL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8BDF8"/>
                </a:solidFill>
              </a:rPr>
              <a:t>🔧 Day 1 – Data Integration &amp; 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Power Query | Python | Excel | Star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Import Excel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Remove 15 duplicates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22576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Fix inconsistent casing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80944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Correct data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3931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Replace invalid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005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Fill missing values (median/mode)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6420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Create 12 calculated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22576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Build Star Schema (1 Fact + 7 Dims)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980944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Export 9 CSV/Excel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63931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Generate Power Query M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34840"/>
            <a:ext cx="11430000" cy="7315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526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</a:rPr>
              <a:t>Star Schema: FactCropHealth ← DimCrop | DimFarmer | DimLocation | DimWeather | DimPest | DimDisease | DimDate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ACC15"/>
                </a:solidFill>
              </a:rPr>
              <a:t>⭐ Star Schema – AgriShield Data Model</a:t>
            </a:r>
          </a:p>
        </p:txBody>
      </p:sp>
      <p:pic>
        <p:nvPicPr>
          <p:cNvPr id="4" name="Picture 3" descr="Star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31520"/>
            <a:ext cx="10515600" cy="74842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8BDF8"/>
                </a:solidFill>
              </a:rPr>
              <a:t>📊 Day 2 –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9 Visualizations | Descriptive Stats | Correlation | Outlier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35661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DE80"/>
                </a:solidFill>
              </a:rPr>
              <a:t>📈 Histogram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Distribution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914400"/>
            <a:ext cx="35661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9875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DE80"/>
                </a:solidFill>
              </a:rPr>
              <a:t>📦 Box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Outlier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914400"/>
            <a:ext cx="35661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9875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DE80"/>
                </a:solidFill>
              </a:rPr>
              <a:t>🔴 Scatter Plot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NDVI vs Yield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77440"/>
            <a:ext cx="35661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505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DE80"/>
                </a:solidFill>
              </a:rPr>
              <a:t>🔥 Heatmap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Correlation matrix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377440"/>
            <a:ext cx="35661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4505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DE80"/>
                </a:solidFill>
              </a:rPr>
              <a:t>📊 Bar Chart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Yield by crop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377440"/>
            <a:ext cx="35661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4505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DE80"/>
                </a:solidFill>
              </a:rPr>
              <a:t>🥧 Pie Chart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Pest severity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40480"/>
            <a:ext cx="35661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91363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DE80"/>
                </a:solidFill>
              </a:rPr>
              <a:t>🗺️ Tree 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Yield by location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840480"/>
            <a:ext cx="35661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91363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DE80"/>
                </a:solidFill>
              </a:rPr>
              <a:t>📉 Line Chart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Monthly trend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840480"/>
            <a:ext cx="35661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391363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DE80"/>
                </a:solidFill>
              </a:rPr>
              <a:t>💧 Waterfall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Quarterly revenue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8BDF8"/>
                </a:solidFill>
              </a:rPr>
              <a:t>📊 EDA Dashboard – AgriShield Analytics</a:t>
            </a:r>
          </a:p>
        </p:txBody>
      </p:sp>
      <p:pic>
        <p:nvPicPr>
          <p:cNvPr id="4" name="Picture 3" descr="EDA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11430000" cy="79793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8BDF8"/>
                </a:solidFill>
              </a:rPr>
              <a:t>👨‍🌾 Day 3 – Farmer RFM Segmentation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36576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CC15"/>
                </a:solidFill>
              </a:rPr>
              <a:t>🕐 Recency (R)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Days since last crop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DE80"/>
                </a:solidFill>
              </a:rPr>
              <a:t>Lower = Better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822960"/>
            <a:ext cx="36576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868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CC15"/>
                </a:solidFill>
              </a:rPr>
              <a:t>📋 Frequency (F)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Number of crop health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37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DE80"/>
                </a:solidFill>
              </a:rPr>
              <a:t>Higher = Better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822960"/>
            <a:ext cx="36576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868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CC15"/>
                </a:solidFill>
              </a:rPr>
              <a:t>🌾 Monetary (M)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Total crop yield in tons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737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DE80"/>
                </a:solidFill>
              </a:rPr>
              <a:t>Higher = Better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331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Farmer Segments: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2103120" cy="1097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8346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8327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🏆 Champions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79" y="2788920"/>
            <a:ext cx="2103120" cy="10972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39" y="28346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38327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💚 Loyal Farmers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2788920"/>
            <a:ext cx="2103120" cy="10972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28346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38327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🌱 Potential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19" y="2788920"/>
            <a:ext cx="2103120" cy="10972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28346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59" y="338327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⚠️ At Risk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2788920"/>
            <a:ext cx="2103120" cy="10972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28346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38327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❌ Lost Farmers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8BDF8"/>
                </a:solidFill>
              </a:rPr>
              <a:t>👨‍🌾 RFM Dashboard – AgriShield Analytics</a:t>
            </a:r>
          </a:p>
        </p:txBody>
      </p:sp>
      <p:pic>
        <p:nvPicPr>
          <p:cNvPr id="4" name="Picture 3" descr="RFM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11430000" cy="69982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8BDF8"/>
                </a:solidFill>
              </a:rPr>
              <a:t>📁 Project Structure &amp;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503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</a:rPr>
              <a:t>📂 Dataset/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85039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Raw + Cleaned Excel, 9 CSV files, RFM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114300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</a:rPr>
              <a:t>📂 PowerBI/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2763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DAX Measures, Power Query M Code, PBIX Guide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114300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048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</a:rPr>
              <a:t>📂 Python/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0487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Cleaning.py, EDA.py, RFM.py (full source)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114300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821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</a:rPr>
              <a:t>📂 Reports/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18211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Day1_Report.docx, Day2_Report.docx, Day3_Report.docx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114300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593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</a:rPr>
              <a:t>📂 Images/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9593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14 professional charts + 2 dashboards (PNG)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63440"/>
            <a:ext cx="114300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7365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</a:rPr>
              <a:t>📂 Documentation/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73659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StarSchema.png, DataDictionary.xlsx, README.md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440679"/>
            <a:ext cx="114300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513831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</a:rPr>
              <a:t>📂 Presentation/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513831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AgriShield_Presentation.pptx (this file)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8BDF8"/>
                </a:solidFill>
              </a:rPr>
              <a:t>💡 Key Insights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503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🌾  Wheat and Rice generate highest average crop yields across all regions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81328"/>
            <a:ext cx="11430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🌡️  NDVI Index strongly correlates with overall Crop Health Score (r ≈ 0.65)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85416"/>
            <a:ext cx="11430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585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🐛  Aphids and Bollworm are the most prevalent pests requiring urgent attention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89504"/>
            <a:ext cx="11430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6265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📍  Punjab and Haryana contribute 28% of total crop yield across 10 states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93592"/>
            <a:ext cx="11430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66674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👑  Champion farmers account for top 20% of yield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97680"/>
            <a:ext cx="11430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3708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⚠️  At Risk farmers show a 60+ day monitoring gap – field intervention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001768"/>
            <a:ext cx="11430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749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📈  Q3 and Q4 show peak revenue periods – align advisory programs accordingly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705856"/>
            <a:ext cx="11430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77900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💧  Drip irrigation users show 22% higher water efficiency vs flood irrigation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